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5" r:id="rId2"/>
    <p:sldId id="350" r:id="rId3"/>
    <p:sldId id="356" r:id="rId4"/>
    <p:sldId id="357" r:id="rId5"/>
    <p:sldId id="358" r:id="rId6"/>
    <p:sldId id="348" r:id="rId7"/>
    <p:sldId id="354" r:id="rId8"/>
    <p:sldId id="355" r:id="rId9"/>
    <p:sldId id="34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29E14-4E8B-4083-BFDF-853518FAAD32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C6E66-C181-476E-8121-A627C2CC7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99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FAFD9-83D0-7AE0-B152-E3125BFC9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7BB721-4602-CB0E-D54E-B7CCCCB27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FA479-A2EA-2779-D1FE-598266E2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E223F9-52ED-0829-3E07-98F34909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DB022F-1DA2-6EE8-B87E-407257766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046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F8386-EDCF-2391-CCF1-48F9547C0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8E5AC-B073-066F-13F4-84356FBCE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BAA9E6-29CB-CED3-A0B5-04DAFC73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462061-5BED-32CB-2A0E-A629B1989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3F9F6D-27EC-1CE3-FEBF-703B50B2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90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AE1AC0-9809-C0CA-215B-7DE3BF99C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1AA1D1-4813-7B16-6913-FE2405B98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97E571-667B-FAF2-FFAE-11B8F61B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9FF24-CFE6-DBB5-8F90-AC50826C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3FB1A1-E557-464E-38FB-D9F9D159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71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46032-0129-F614-0754-7A84BA60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8393BB-C5B1-D617-4B59-BCAED5303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AEA2FE-6469-A255-E3B3-64443A68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894FCF-5342-FD12-5F54-912661E8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E7D3BD-5E7E-0309-46E4-211DA4C6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404967-C962-86A2-B3EF-0E6531EB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371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FB523-BF22-46D7-98B9-6F45CEA7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9D4C2C-5837-E11E-C6EC-83BE83E17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6B76D5-2533-2BE9-6935-41089A62B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E95C75-BAB5-284B-26E6-C1E47D9B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AD537B-657C-792A-3A3B-0E5678F07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DC4CE9-12DF-995B-5753-D14CCD52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4642B75-E76D-954B-CE43-51BAB0071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B15184-A3D0-086D-D436-3466AF5B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50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6E924-88AB-FD0A-A653-EE9119607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A35787-B4C2-D97F-B795-1D6778D2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1AEBB4-CA73-8E0F-38C9-9B1AB3B5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DD671A-B2C1-6FF0-978D-0B9788F7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300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BBADE2-EB69-EAEC-9B53-DDA87723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518C33-D26D-8239-D0A5-522BC2BC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DE310B-95AD-D62B-6BB2-59A69AB2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41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12342-23B2-2AC0-951B-D99EE3125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1708D-4DD6-D4D7-4020-B84F03BBD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839705-8F63-0DD7-BBD8-228E4FA70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B2ED79-CAD8-A066-A295-5E7C9BBA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1F5707-265C-2964-10B6-D1B4BE66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7B34D5-B1E9-329D-3315-097FDE37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64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BEF13-3E35-860C-2006-C04DBBA7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47F5B3-C79F-7339-4EED-F2478C93D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C5B4A8-6B34-8D33-8A02-FC449D9E0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9D670E-DF94-7E4B-C45A-137A09D1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BE88BA-4ED8-95F9-EC86-250D0087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0B3AE5-2CF4-920A-E624-FBD4BA2F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45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9C7EE5-4C0B-0684-0ABB-FBF60E59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7A78F3-CB19-D41D-3A3E-BEEBE472C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50D35A-6FE8-16F2-ED36-A083F4FD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9A80ED-F272-6FFE-2E61-891A854E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E5AFE5-4694-A7EA-C407-FD7353AF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707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482152-1008-A61F-3537-237CFF7C9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59722D-6181-B646-87E9-7610C6A2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950856-07FA-CBED-C1BF-5EDD595C8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47895-B772-1C12-B4C2-D7CFD0EDE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9B1F85-1170-9358-E933-3C54A229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30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AD287D-6E62-EA0E-36B1-B5FF70F7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2D064A-42DD-EA42-D7D9-A30714950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4E7D99-E7AA-D754-B91A-EFF4D1EFE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2E4AA-2851-4508-BADC-36C1431A3564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78B7D3-0E60-8E00-4FA4-F8E1A6BB1A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37B90-BB6E-89AE-BED8-86259BA10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A7258-B917-474C-A803-CDC3040CCF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493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685D56A-D435-52A0-A6D3-04185763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雷达反演三维降水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06E593-7C42-DB57-48BE-546AF4960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151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F70ABEA-E0CE-21F1-0769-03E8E2BAC1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448" y="-1"/>
            <a:ext cx="7577902" cy="68206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4A417BA-81E0-BF77-DAE1-2391262E91BC}"/>
              </a:ext>
            </a:extLst>
          </p:cNvPr>
          <p:cNvSpPr txBox="1"/>
          <p:nvPr/>
        </p:nvSpPr>
        <p:spPr>
          <a:xfrm>
            <a:off x="572656" y="1080655"/>
            <a:ext cx="1893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整体思路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49E34-6C96-4B0A-AA31-775F4A6B70D9}"/>
              </a:ext>
            </a:extLst>
          </p:cNvPr>
          <p:cNvSpPr txBox="1"/>
          <p:nvPr/>
        </p:nvSpPr>
        <p:spPr>
          <a:xfrm>
            <a:off x="2362200" y="546735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H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82ABB1-C5EA-411F-B525-F3E77F55DBC8}"/>
              </a:ext>
            </a:extLst>
          </p:cNvPr>
          <p:cNvSpPr txBox="1"/>
          <p:nvPr/>
        </p:nvSpPr>
        <p:spPr>
          <a:xfrm>
            <a:off x="6400800" y="53837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I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895C84-9BE1-4937-A8B7-1B9B60AE22B0}"/>
              </a:ext>
            </a:extLst>
          </p:cNvPr>
          <p:cNvSpPr/>
          <p:nvPr/>
        </p:nvSpPr>
        <p:spPr>
          <a:xfrm>
            <a:off x="572656" y="2622550"/>
            <a:ext cx="1893455" cy="1263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D262F11-BBBF-41D8-83EE-6CA490A99998}"/>
              </a:ext>
            </a:extLst>
          </p:cNvPr>
          <p:cNvSpPr/>
          <p:nvPr/>
        </p:nvSpPr>
        <p:spPr>
          <a:xfrm>
            <a:off x="641350" y="2381250"/>
            <a:ext cx="1714500" cy="1739900"/>
          </a:xfrm>
          <a:custGeom>
            <a:avLst/>
            <a:gdLst>
              <a:gd name="connsiteX0" fmla="*/ 0 w 1714500"/>
              <a:gd name="connsiteY0" fmla="*/ 1739900 h 1739900"/>
              <a:gd name="connsiteX1" fmla="*/ 6350 w 1714500"/>
              <a:gd name="connsiteY1" fmla="*/ 1695450 h 1739900"/>
              <a:gd name="connsiteX2" fmla="*/ 88900 w 1714500"/>
              <a:gd name="connsiteY2" fmla="*/ 1504950 h 1739900"/>
              <a:gd name="connsiteX3" fmla="*/ 95250 w 1714500"/>
              <a:gd name="connsiteY3" fmla="*/ 1460500 h 1739900"/>
              <a:gd name="connsiteX4" fmla="*/ 120650 w 1714500"/>
              <a:gd name="connsiteY4" fmla="*/ 1384300 h 1739900"/>
              <a:gd name="connsiteX5" fmla="*/ 139700 w 1714500"/>
              <a:gd name="connsiteY5" fmla="*/ 1327150 h 1739900"/>
              <a:gd name="connsiteX6" fmla="*/ 165100 w 1714500"/>
              <a:gd name="connsiteY6" fmla="*/ 1276350 h 1739900"/>
              <a:gd name="connsiteX7" fmla="*/ 196850 w 1714500"/>
              <a:gd name="connsiteY7" fmla="*/ 1193800 h 1739900"/>
              <a:gd name="connsiteX8" fmla="*/ 298450 w 1714500"/>
              <a:gd name="connsiteY8" fmla="*/ 1009650 h 1739900"/>
              <a:gd name="connsiteX9" fmla="*/ 349250 w 1714500"/>
              <a:gd name="connsiteY9" fmla="*/ 952500 h 1739900"/>
              <a:gd name="connsiteX10" fmla="*/ 501650 w 1714500"/>
              <a:gd name="connsiteY10" fmla="*/ 774700 h 1739900"/>
              <a:gd name="connsiteX11" fmla="*/ 565150 w 1714500"/>
              <a:gd name="connsiteY11" fmla="*/ 711200 h 1739900"/>
              <a:gd name="connsiteX12" fmla="*/ 609600 w 1714500"/>
              <a:gd name="connsiteY12" fmla="*/ 673100 h 1739900"/>
              <a:gd name="connsiteX13" fmla="*/ 698500 w 1714500"/>
              <a:gd name="connsiteY13" fmla="*/ 577850 h 1739900"/>
              <a:gd name="connsiteX14" fmla="*/ 768350 w 1714500"/>
              <a:gd name="connsiteY14" fmla="*/ 520700 h 1739900"/>
              <a:gd name="connsiteX15" fmla="*/ 825500 w 1714500"/>
              <a:gd name="connsiteY15" fmla="*/ 463550 h 1739900"/>
              <a:gd name="connsiteX16" fmla="*/ 895350 w 1714500"/>
              <a:gd name="connsiteY16" fmla="*/ 412750 h 1739900"/>
              <a:gd name="connsiteX17" fmla="*/ 1022350 w 1714500"/>
              <a:gd name="connsiteY17" fmla="*/ 311150 h 1739900"/>
              <a:gd name="connsiteX18" fmla="*/ 1219200 w 1714500"/>
              <a:gd name="connsiteY18" fmla="*/ 196850 h 1739900"/>
              <a:gd name="connsiteX19" fmla="*/ 1358900 w 1714500"/>
              <a:gd name="connsiteY19" fmla="*/ 127000 h 1739900"/>
              <a:gd name="connsiteX20" fmla="*/ 1574800 w 1714500"/>
              <a:gd name="connsiteY20" fmla="*/ 25400 h 1739900"/>
              <a:gd name="connsiteX21" fmla="*/ 1612900 w 1714500"/>
              <a:gd name="connsiteY21" fmla="*/ 12700 h 1739900"/>
              <a:gd name="connsiteX22" fmla="*/ 1682750 w 1714500"/>
              <a:gd name="connsiteY22" fmla="*/ 6350 h 1739900"/>
              <a:gd name="connsiteX23" fmla="*/ 1714500 w 1714500"/>
              <a:gd name="connsiteY23" fmla="*/ 0 h 173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714500" h="1739900">
                <a:moveTo>
                  <a:pt x="0" y="1739900"/>
                </a:moveTo>
                <a:cubicBezTo>
                  <a:pt x="2117" y="1725083"/>
                  <a:pt x="1812" y="1709713"/>
                  <a:pt x="6350" y="1695450"/>
                </a:cubicBezTo>
                <a:cubicBezTo>
                  <a:pt x="24604" y="1638079"/>
                  <a:pt x="63655" y="1559045"/>
                  <a:pt x="88900" y="1504950"/>
                </a:cubicBezTo>
                <a:cubicBezTo>
                  <a:pt x="91017" y="1490133"/>
                  <a:pt x="92114" y="1475135"/>
                  <a:pt x="95250" y="1460500"/>
                </a:cubicBezTo>
                <a:cubicBezTo>
                  <a:pt x="105189" y="1414116"/>
                  <a:pt x="106585" y="1423681"/>
                  <a:pt x="120650" y="1384300"/>
                </a:cubicBezTo>
                <a:cubicBezTo>
                  <a:pt x="127404" y="1365389"/>
                  <a:pt x="132054" y="1345718"/>
                  <a:pt x="139700" y="1327150"/>
                </a:cubicBezTo>
                <a:cubicBezTo>
                  <a:pt x="146908" y="1309644"/>
                  <a:pt x="157642" y="1293751"/>
                  <a:pt x="165100" y="1276350"/>
                </a:cubicBezTo>
                <a:cubicBezTo>
                  <a:pt x="176713" y="1249252"/>
                  <a:pt x="183665" y="1220169"/>
                  <a:pt x="196850" y="1193800"/>
                </a:cubicBezTo>
                <a:cubicBezTo>
                  <a:pt x="229233" y="1129035"/>
                  <a:pt x="255173" y="1067352"/>
                  <a:pt x="298450" y="1009650"/>
                </a:cubicBezTo>
                <a:cubicBezTo>
                  <a:pt x="313743" y="989260"/>
                  <a:pt x="332933" y="972080"/>
                  <a:pt x="349250" y="952500"/>
                </a:cubicBezTo>
                <a:cubicBezTo>
                  <a:pt x="427449" y="858662"/>
                  <a:pt x="376227" y="900123"/>
                  <a:pt x="501650" y="774700"/>
                </a:cubicBezTo>
                <a:cubicBezTo>
                  <a:pt x="522817" y="753533"/>
                  <a:pt x="543352" y="731716"/>
                  <a:pt x="565150" y="711200"/>
                </a:cubicBezTo>
                <a:cubicBezTo>
                  <a:pt x="579361" y="697825"/>
                  <a:pt x="595801" y="686899"/>
                  <a:pt x="609600" y="673100"/>
                </a:cubicBezTo>
                <a:cubicBezTo>
                  <a:pt x="677924" y="604776"/>
                  <a:pt x="628757" y="639844"/>
                  <a:pt x="698500" y="577850"/>
                </a:cubicBezTo>
                <a:cubicBezTo>
                  <a:pt x="720985" y="557864"/>
                  <a:pt x="745989" y="540825"/>
                  <a:pt x="768350" y="520700"/>
                </a:cubicBezTo>
                <a:cubicBezTo>
                  <a:pt x="788375" y="502678"/>
                  <a:pt x="804973" y="480998"/>
                  <a:pt x="825500" y="463550"/>
                </a:cubicBezTo>
                <a:cubicBezTo>
                  <a:pt x="847436" y="444904"/>
                  <a:pt x="872585" y="430374"/>
                  <a:pt x="895350" y="412750"/>
                </a:cubicBezTo>
                <a:cubicBezTo>
                  <a:pt x="938218" y="379562"/>
                  <a:pt x="976091" y="339419"/>
                  <a:pt x="1022350" y="311150"/>
                </a:cubicBezTo>
                <a:cubicBezTo>
                  <a:pt x="1264823" y="162972"/>
                  <a:pt x="1026290" y="305886"/>
                  <a:pt x="1219200" y="196850"/>
                </a:cubicBezTo>
                <a:cubicBezTo>
                  <a:pt x="1394705" y="97652"/>
                  <a:pt x="1161361" y="220571"/>
                  <a:pt x="1358900" y="127000"/>
                </a:cubicBezTo>
                <a:cubicBezTo>
                  <a:pt x="1524592" y="48514"/>
                  <a:pt x="1470969" y="62483"/>
                  <a:pt x="1574800" y="25400"/>
                </a:cubicBezTo>
                <a:cubicBezTo>
                  <a:pt x="1587407" y="20897"/>
                  <a:pt x="1599717" y="15026"/>
                  <a:pt x="1612900" y="12700"/>
                </a:cubicBezTo>
                <a:cubicBezTo>
                  <a:pt x="1635924" y="8637"/>
                  <a:pt x="1659467" y="8467"/>
                  <a:pt x="1682750" y="6350"/>
                </a:cubicBezTo>
                <a:lnTo>
                  <a:pt x="171450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5E55BD68-46BD-48AB-B932-C9B2AB8FDB9B}"/>
              </a:ext>
            </a:extLst>
          </p:cNvPr>
          <p:cNvSpPr/>
          <p:nvPr/>
        </p:nvSpPr>
        <p:spPr>
          <a:xfrm>
            <a:off x="1104900" y="2622550"/>
            <a:ext cx="1638300" cy="1657350"/>
          </a:xfrm>
          <a:custGeom>
            <a:avLst/>
            <a:gdLst>
              <a:gd name="connsiteX0" fmla="*/ 0 w 1638300"/>
              <a:gd name="connsiteY0" fmla="*/ 1657350 h 1657350"/>
              <a:gd name="connsiteX1" fmla="*/ 107950 w 1638300"/>
              <a:gd name="connsiteY1" fmla="*/ 1454150 h 1657350"/>
              <a:gd name="connsiteX2" fmla="*/ 158750 w 1638300"/>
              <a:gd name="connsiteY2" fmla="*/ 1365250 h 1657350"/>
              <a:gd name="connsiteX3" fmla="*/ 215900 w 1638300"/>
              <a:gd name="connsiteY3" fmla="*/ 1289050 h 1657350"/>
              <a:gd name="connsiteX4" fmla="*/ 279400 w 1638300"/>
              <a:gd name="connsiteY4" fmla="*/ 1174750 h 1657350"/>
              <a:gd name="connsiteX5" fmla="*/ 342900 w 1638300"/>
              <a:gd name="connsiteY5" fmla="*/ 1098550 h 1657350"/>
              <a:gd name="connsiteX6" fmla="*/ 495300 w 1638300"/>
              <a:gd name="connsiteY6" fmla="*/ 876300 h 1657350"/>
              <a:gd name="connsiteX7" fmla="*/ 609600 w 1638300"/>
              <a:gd name="connsiteY7" fmla="*/ 692150 h 1657350"/>
              <a:gd name="connsiteX8" fmla="*/ 673100 w 1638300"/>
              <a:gd name="connsiteY8" fmla="*/ 622300 h 1657350"/>
              <a:gd name="connsiteX9" fmla="*/ 723900 w 1638300"/>
              <a:gd name="connsiteY9" fmla="*/ 546100 h 1657350"/>
              <a:gd name="connsiteX10" fmla="*/ 1016000 w 1638300"/>
              <a:gd name="connsiteY10" fmla="*/ 292100 h 1657350"/>
              <a:gd name="connsiteX11" fmla="*/ 1111250 w 1638300"/>
              <a:gd name="connsiteY11" fmla="*/ 228600 h 1657350"/>
              <a:gd name="connsiteX12" fmla="*/ 1193800 w 1638300"/>
              <a:gd name="connsiteY12" fmla="*/ 171450 h 1657350"/>
              <a:gd name="connsiteX13" fmla="*/ 1301750 w 1638300"/>
              <a:gd name="connsiteY13" fmla="*/ 127000 h 1657350"/>
              <a:gd name="connsiteX14" fmla="*/ 1377950 w 1638300"/>
              <a:gd name="connsiteY14" fmla="*/ 88900 h 1657350"/>
              <a:gd name="connsiteX15" fmla="*/ 1428750 w 1638300"/>
              <a:gd name="connsiteY15" fmla="*/ 76200 h 1657350"/>
              <a:gd name="connsiteX16" fmla="*/ 1504950 w 1638300"/>
              <a:gd name="connsiteY16" fmla="*/ 44450 h 1657350"/>
              <a:gd name="connsiteX17" fmla="*/ 1574800 w 1638300"/>
              <a:gd name="connsiteY17" fmla="*/ 19050 h 1657350"/>
              <a:gd name="connsiteX18" fmla="*/ 1619250 w 1638300"/>
              <a:gd name="connsiteY18" fmla="*/ 6350 h 1657350"/>
              <a:gd name="connsiteX19" fmla="*/ 1638300 w 1638300"/>
              <a:gd name="connsiteY19" fmla="*/ 0 h 165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638300" h="1657350">
                <a:moveTo>
                  <a:pt x="0" y="1657350"/>
                </a:moveTo>
                <a:cubicBezTo>
                  <a:pt x="36555" y="1565964"/>
                  <a:pt x="9608" y="1629456"/>
                  <a:pt x="107950" y="1454150"/>
                </a:cubicBezTo>
                <a:cubicBezTo>
                  <a:pt x="124648" y="1424384"/>
                  <a:pt x="138272" y="1392554"/>
                  <a:pt x="158750" y="1365250"/>
                </a:cubicBezTo>
                <a:cubicBezTo>
                  <a:pt x="177800" y="1339850"/>
                  <a:pt x="198912" y="1315873"/>
                  <a:pt x="215900" y="1289050"/>
                </a:cubicBezTo>
                <a:cubicBezTo>
                  <a:pt x="239220" y="1252229"/>
                  <a:pt x="255223" y="1211015"/>
                  <a:pt x="279400" y="1174750"/>
                </a:cubicBezTo>
                <a:cubicBezTo>
                  <a:pt x="297740" y="1147240"/>
                  <a:pt x="323521" y="1125339"/>
                  <a:pt x="342900" y="1098550"/>
                </a:cubicBezTo>
                <a:cubicBezTo>
                  <a:pt x="395550" y="1025770"/>
                  <a:pt x="447928" y="952621"/>
                  <a:pt x="495300" y="876300"/>
                </a:cubicBezTo>
                <a:cubicBezTo>
                  <a:pt x="533400" y="814917"/>
                  <a:pt x="561002" y="745608"/>
                  <a:pt x="609600" y="692150"/>
                </a:cubicBezTo>
                <a:cubicBezTo>
                  <a:pt x="630767" y="668867"/>
                  <a:pt x="653707" y="647080"/>
                  <a:pt x="673100" y="622300"/>
                </a:cubicBezTo>
                <a:cubicBezTo>
                  <a:pt x="691914" y="598260"/>
                  <a:pt x="703749" y="569031"/>
                  <a:pt x="723900" y="546100"/>
                </a:cubicBezTo>
                <a:cubicBezTo>
                  <a:pt x="827268" y="428474"/>
                  <a:pt x="888594" y="384470"/>
                  <a:pt x="1016000" y="292100"/>
                </a:cubicBezTo>
                <a:cubicBezTo>
                  <a:pt x="1046894" y="269702"/>
                  <a:pt x="1079675" y="250026"/>
                  <a:pt x="1111250" y="228600"/>
                </a:cubicBezTo>
                <a:cubicBezTo>
                  <a:pt x="1138943" y="209808"/>
                  <a:pt x="1162463" y="183201"/>
                  <a:pt x="1193800" y="171450"/>
                </a:cubicBezTo>
                <a:cubicBezTo>
                  <a:pt x="1244068" y="152600"/>
                  <a:pt x="1251188" y="151077"/>
                  <a:pt x="1301750" y="127000"/>
                </a:cubicBezTo>
                <a:cubicBezTo>
                  <a:pt x="1327389" y="114791"/>
                  <a:pt x="1351583" y="99447"/>
                  <a:pt x="1377950" y="88900"/>
                </a:cubicBezTo>
                <a:cubicBezTo>
                  <a:pt x="1394156" y="82418"/>
                  <a:pt x="1412275" y="81966"/>
                  <a:pt x="1428750" y="76200"/>
                </a:cubicBezTo>
                <a:cubicBezTo>
                  <a:pt x="1454722" y="67110"/>
                  <a:pt x="1479325" y="54477"/>
                  <a:pt x="1504950" y="44450"/>
                </a:cubicBezTo>
                <a:cubicBezTo>
                  <a:pt x="1528021" y="35422"/>
                  <a:pt x="1551296" y="26885"/>
                  <a:pt x="1574800" y="19050"/>
                </a:cubicBezTo>
                <a:cubicBezTo>
                  <a:pt x="1589419" y="14177"/>
                  <a:pt x="1604490" y="10778"/>
                  <a:pt x="1619250" y="6350"/>
                </a:cubicBezTo>
                <a:cubicBezTo>
                  <a:pt x="1625661" y="4427"/>
                  <a:pt x="1631950" y="2117"/>
                  <a:pt x="1638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C81E6F5-1B16-4AAE-96B6-4612E9F47886}"/>
              </a:ext>
            </a:extLst>
          </p:cNvPr>
          <p:cNvCxnSpPr>
            <a:endCxn id="6" idx="1"/>
          </p:cNvCxnSpPr>
          <p:nvPr/>
        </p:nvCxnSpPr>
        <p:spPr>
          <a:xfrm flipH="1" flipV="1">
            <a:off x="647700" y="4076700"/>
            <a:ext cx="387350" cy="139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7E839BA-DA40-4175-9CC2-89A475C9A09D}"/>
              </a:ext>
            </a:extLst>
          </p:cNvPr>
          <p:cNvCxnSpPr>
            <a:endCxn id="6" idx="2"/>
          </p:cNvCxnSpPr>
          <p:nvPr/>
        </p:nvCxnSpPr>
        <p:spPr>
          <a:xfrm flipH="1" flipV="1">
            <a:off x="730250" y="3886200"/>
            <a:ext cx="311150" cy="234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440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859B0D0-FD05-410D-9619-7D8592E95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355" y="214558"/>
            <a:ext cx="7932395" cy="58065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04F3FB7-40DB-4D79-9EC1-8C2492884B5F}"/>
              </a:ext>
            </a:extLst>
          </p:cNvPr>
          <p:cNvSpPr txBox="1"/>
          <p:nvPr/>
        </p:nvSpPr>
        <p:spPr>
          <a:xfrm>
            <a:off x="7886700" y="1244600"/>
            <a:ext cx="66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线性填充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4B2DD7-5AC8-436B-A0FB-14C1545D8EC2}"/>
              </a:ext>
            </a:extLst>
          </p:cNvPr>
          <p:cNvSpPr txBox="1"/>
          <p:nvPr/>
        </p:nvSpPr>
        <p:spPr>
          <a:xfrm>
            <a:off x="443255" y="4610100"/>
            <a:ext cx="118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DPR</a:t>
            </a:r>
            <a:r>
              <a:rPr lang="zh-CN" altLang="en-US" dirty="0"/>
              <a:t>观测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810B5B-B1D3-40F5-AA5A-5AB011664367}"/>
              </a:ext>
            </a:extLst>
          </p:cNvPr>
          <p:cNvSpPr txBox="1"/>
          <p:nvPr/>
        </p:nvSpPr>
        <p:spPr>
          <a:xfrm>
            <a:off x="443255" y="1706265"/>
            <a:ext cx="118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GR</a:t>
            </a:r>
            <a:r>
              <a:rPr lang="zh-CN" altLang="en-US" dirty="0"/>
              <a:t>观测</a:t>
            </a:r>
          </a:p>
        </p:txBody>
      </p:sp>
    </p:spTree>
    <p:extLst>
      <p:ext uri="{BB962C8B-B14F-4D97-AF65-F5344CB8AC3E}">
        <p14:creationId xmlns:p14="http://schemas.microsoft.com/office/powerpoint/2010/main" val="407815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B21F05-8353-4127-90C5-DC2DE658C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879" y="0"/>
            <a:ext cx="6338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3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5C7322D-4200-4285-8DDD-212147FB9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784" y="0"/>
            <a:ext cx="6394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88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CBDE82B6-A2E1-73E3-5D52-CBF94076F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848" y="0"/>
            <a:ext cx="8942850" cy="3259842"/>
          </a:xfrm>
          <a:prstGeom prst="rect">
            <a:avLst/>
          </a:prstGeom>
        </p:spPr>
      </p:pic>
      <p:pic>
        <p:nvPicPr>
          <p:cNvPr id="9" name="图片 8" descr="图表, 散点图&#10;&#10;AI 生成的内容可能不正确。">
            <a:extLst>
              <a:ext uri="{FF2B5EF4-FFF2-40B4-BE49-F238E27FC236}">
                <a16:creationId xmlns:a16="http://schemas.microsoft.com/office/drawing/2014/main" id="{D6568E6F-BED2-095B-C65A-4B359E2FA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848" y="3429000"/>
            <a:ext cx="9011412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6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2C17094-C81A-44D7-8C4B-06C1E24E1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9063"/>
            <a:ext cx="12192000" cy="279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18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55EB81C-0AB6-443D-A9E0-2E0B9B25B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6" y="0"/>
            <a:ext cx="6875969" cy="34822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402E6C3-59BC-4288-B16A-3CCABCDE3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6" y="3669528"/>
            <a:ext cx="8216865" cy="278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35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条形图&#10;&#10;AI 生成的内容可能不正确。">
            <a:extLst>
              <a:ext uri="{FF2B5EF4-FFF2-40B4-BE49-F238E27FC236}">
                <a16:creationId xmlns:a16="http://schemas.microsoft.com/office/drawing/2014/main" id="{52C4B9A5-D012-A208-7A5C-8767FA9A8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410" y="-21101"/>
            <a:ext cx="9731943" cy="3293344"/>
          </a:xfrm>
          <a:prstGeom prst="rect">
            <a:avLst/>
          </a:prstGeom>
        </p:spPr>
      </p:pic>
      <p:pic>
        <p:nvPicPr>
          <p:cNvPr id="7" name="图片 6" descr="图表, 条形图&#10;&#10;AI 生成的内容可能不正确。">
            <a:extLst>
              <a:ext uri="{FF2B5EF4-FFF2-40B4-BE49-F238E27FC236}">
                <a16:creationId xmlns:a16="http://schemas.microsoft.com/office/drawing/2014/main" id="{77C30011-1C5F-FAAD-9D54-DA8AEDE06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603" y="3429000"/>
            <a:ext cx="6360496" cy="322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23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3853</TotalTime>
  <Words>14</Words>
  <Application>Microsoft Office PowerPoint</Application>
  <PresentationFormat>宽屏</PresentationFormat>
  <Paragraphs>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雷达反演三维降水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雷达反演三维降水</dc:title>
  <dc:creator>Huihui Huang</dc:creator>
  <cp:lastModifiedBy>USTC</cp:lastModifiedBy>
  <cp:revision>57</cp:revision>
  <dcterms:created xsi:type="dcterms:W3CDTF">2026-01-20T11:39:34Z</dcterms:created>
  <dcterms:modified xsi:type="dcterms:W3CDTF">2026-08-18T09:39:38Z</dcterms:modified>
</cp:coreProperties>
</file>